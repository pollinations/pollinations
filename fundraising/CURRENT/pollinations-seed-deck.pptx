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8595360" cy="3657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937760"/>
            <a:ext cx="8595360" cy="3657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82880"/>
            <a:ext cx="36576" cy="479145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5" name="Shape 3"/>
          <p:cNvSpPr/>
          <p:nvPr/>
        </p:nvSpPr>
        <p:spPr>
          <a:xfrm>
            <a:off x="8833104" y="182880"/>
            <a:ext cx="36576" cy="479145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" y="73152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7" name="Shape 5"/>
          <p:cNvSpPr/>
          <p:nvPr/>
        </p:nvSpPr>
        <p:spPr>
          <a:xfrm>
            <a:off x="8732520" y="73152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" y="4846320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9" name="Shape 7"/>
          <p:cNvSpPr/>
          <p:nvPr/>
        </p:nvSpPr>
        <p:spPr>
          <a:xfrm>
            <a:off x="8732520" y="4846320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Pollinations.AI — Seed Deck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🐝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✨ POLLINATIONS.AI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640080" y="2148840"/>
            <a:ext cx="7315200" cy="502920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1488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and payments for the long tail of AI apps.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Round  ·  €1.2M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pollinations.ai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8595360" cy="3657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937760"/>
            <a:ext cx="8595360" cy="3657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82880"/>
            <a:ext cx="36576" cy="479145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5" name="Shape 3"/>
          <p:cNvSpPr/>
          <p:nvPr/>
        </p:nvSpPr>
        <p:spPr>
          <a:xfrm>
            <a:off x="8833104" y="182880"/>
            <a:ext cx="36576" cy="479145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" y="73152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7" name="Shape 5"/>
          <p:cNvSpPr/>
          <p:nvPr/>
        </p:nvSpPr>
        <p:spPr>
          <a:xfrm>
            <a:off x="8732520" y="73152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" y="4846320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9" name="Shape 7"/>
          <p:cNvSpPr/>
          <p:nvPr/>
        </p:nvSpPr>
        <p:spPr>
          <a:xfrm>
            <a:off x="8732520" y="4846320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Pollinations.AI — Seed Deck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made publishing apps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expensive again.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7200" y="1554480"/>
            <a:ext cx="2697480" cy="2194560"/>
          </a:xfrm>
          <a:prstGeom prst="rect">
            <a:avLst/>
          </a:prstGeom>
          <a:solidFill>
            <a:srgbClr val="FFE0E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1691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Success is the trap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1945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goes viral → compute bill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explodes. You pay before you earn.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1554480"/>
            <a:ext cx="2697480" cy="2194560"/>
          </a:xfrm>
          <a:prstGeom prst="rect">
            <a:avLst/>
          </a:prstGeom>
          <a:solidFill>
            <a:srgbClr val="E8DD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1691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🔧  Can't charge users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1945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entity, no Stripe, no way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collect $1. Most creators are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or in countries without infra.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554480"/>
            <a:ext cx="2697480" cy="2194560"/>
          </a:xfrm>
          <a:prstGeom prst="rect">
            <a:avLst/>
          </a:prstGeom>
          <a:solidFill>
            <a:srgbClr val="D6EE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1691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 Everyone charges the dev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21945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OpenRouter, Replicate, fal.ai,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Together — all bill the builder.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More users = more cost.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7863840" cy="411480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977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 it away and go broke, or paywall it and kill growth.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8595360" cy="3657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937760"/>
            <a:ext cx="8595360" cy="3657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82880"/>
            <a:ext cx="36576" cy="479145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5" name="Shape 3"/>
          <p:cNvSpPr/>
          <p:nvPr/>
        </p:nvSpPr>
        <p:spPr>
          <a:xfrm>
            <a:off x="8833104" y="182880"/>
            <a:ext cx="36576" cy="479145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" y="73152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7" name="Shape 5"/>
          <p:cNvSpPr/>
          <p:nvPr/>
        </p:nvSpPr>
        <p:spPr>
          <a:xfrm>
            <a:off x="8732520" y="73152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" y="4846320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9" name="Shape 7"/>
          <p:cNvSpPr/>
          <p:nvPr/>
        </p:nvSpPr>
        <p:spPr>
          <a:xfrm>
            <a:off x="8732520" y="4846320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Pollinations.AI — Seed Deck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🪙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🪙 We flip the model. End users pay. Creators earn.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Pollen: 1 credit = $1. One wallet, every app. No entity needed. No Stripe. No backend.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1737360"/>
            <a:ext cx="2560320" cy="2103120"/>
          </a:xfrm>
          <a:prstGeom prst="rect">
            <a:avLst/>
          </a:prstGeom>
          <a:solidFill>
            <a:srgbClr val="D4F5E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🌱 CREATORS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3317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daily compute to start.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38+ models, one API.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Earn when users pay.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1737360"/>
            <a:ext cx="2560320" cy="2103120"/>
          </a:xfrm>
          <a:prstGeom prst="rect">
            <a:avLst/>
          </a:prstGeom>
          <a:solidFill>
            <a:srgbClr val="D6EE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11880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👦 USERS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11880" y="23317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 Pollen, use any app.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Pay-as-you-go.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account everywhere.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737360"/>
            <a:ext cx="2560320" cy="2103120"/>
          </a:xfrm>
          <a:prstGeom prst="rect">
            <a:avLst/>
          </a:prstGeom>
          <a:solidFill>
            <a:srgbClr val="E8DD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📺 PLATFORM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3317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Covers compute.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Handles payments.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Takes a cut.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1148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playbook as Steam (games), Shopify (stores), Roblox (experiences).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8595360" cy="3657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937760"/>
            <a:ext cx="8595360" cy="3657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82880"/>
            <a:ext cx="36576" cy="479145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5" name="Shape 3"/>
          <p:cNvSpPr/>
          <p:nvPr/>
        </p:nvSpPr>
        <p:spPr>
          <a:xfrm>
            <a:off x="8833104" y="182880"/>
            <a:ext cx="36576" cy="479145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" y="73152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7" name="Shape 5"/>
          <p:cNvSpPr/>
          <p:nvPr/>
        </p:nvSpPr>
        <p:spPr>
          <a:xfrm>
            <a:off x="8732520" y="73152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" y="4846320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9" name="Shape 7"/>
          <p:cNvSpPr/>
          <p:nvPr/>
        </p:nvSpPr>
        <p:spPr>
          <a:xfrm>
            <a:off x="8732520" y="4846320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Pollinations.AI — Seed Deck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✨ 1,000+ apps. 3M users. Zero paid acquisition.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" y="1371600"/>
            <a:ext cx="1828800" cy="1463040"/>
          </a:xfrm>
          <a:prstGeom prst="rect">
            <a:avLst/>
          </a:prstGeom>
          <a:solidFill>
            <a:srgbClr val="ECF87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150876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1,000+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77240" y="21762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apps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~200 countries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97480" y="1371600"/>
            <a:ext cx="1828800" cy="1463040"/>
          </a:xfrm>
          <a:prstGeom prst="rect">
            <a:avLst/>
          </a:prstGeom>
          <a:solidFill>
            <a:srgbClr val="D6EE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34640" y="150876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3M+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834640" y="21762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users/mo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across creator apps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1828800" cy="1463040"/>
          </a:xfrm>
          <a:prstGeom prst="rect">
            <a:avLst/>
          </a:prstGeom>
          <a:solidFill>
            <a:srgbClr val="D4F5E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150876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1.1M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892040" y="21762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1371600"/>
            <a:ext cx="1828800" cy="1463040"/>
          </a:xfrm>
          <a:prstGeom prst="rect">
            <a:avLst/>
          </a:prstGeom>
          <a:solidFill>
            <a:srgbClr val="E8DD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49440" y="150876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~600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49440" y="21762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signups/day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(~100 devs)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108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🐝 Discord bots · Roblox games · calorie trackers · AI storybooks · chat apps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3611880"/>
            <a:ext cx="7863840" cy="731520"/>
          </a:xfrm>
          <a:prstGeom prst="rect">
            <a:avLst/>
          </a:prstGeom>
          <a:solidFill>
            <a:srgbClr val="ECF87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36118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don't need to find customers — creators bring them.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app is a storefront. Every user is a potential Pollen buyer.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8595360" cy="3657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937760"/>
            <a:ext cx="8595360" cy="3657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82880"/>
            <a:ext cx="36576" cy="479145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5" name="Shape 3"/>
          <p:cNvSpPr/>
          <p:nvPr/>
        </p:nvSpPr>
        <p:spPr>
          <a:xfrm>
            <a:off x="8833104" y="182880"/>
            <a:ext cx="36576" cy="479145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" y="73152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7" name="Shape 5"/>
          <p:cNvSpPr/>
          <p:nvPr/>
        </p:nvSpPr>
        <p:spPr>
          <a:xfrm>
            <a:off x="8732520" y="73152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" y="4846320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9" name="Shape 7"/>
          <p:cNvSpPr/>
          <p:nvPr/>
        </p:nvSpPr>
        <p:spPr>
          <a:xfrm>
            <a:off x="8732520" y="4846320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Pollinations.AI — Seed Deck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📈 Two traction stories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1005840"/>
            <a:ext cx="3931920" cy="3566160"/>
          </a:xfrm>
          <a:prstGeom prst="rect">
            <a:avLst/>
          </a:prstGeom>
          <a:solidFill>
            <a:srgbClr val="D4F5E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🌱 FREE PLATFORM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1691640"/>
            <a:ext cx="1188720" cy="365760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691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3M+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6596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users/month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2331720"/>
            <a:ext cx="1188720" cy="365760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331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6596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 requests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2971800"/>
            <a:ext cx="1188720" cy="365760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1,000+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6596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apps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611880"/>
            <a:ext cx="1188720" cy="365760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~100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96596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devs/day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1005840"/>
            <a:ext cx="3931920" cy="3566160"/>
          </a:xfrm>
          <a:prstGeom prst="rect">
            <a:avLst/>
          </a:prstGeom>
          <a:solidFill>
            <a:srgbClr val="E8DD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💰 PAID PRODUCT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1463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Launched Dec 2025 · exiting beta Feb ’26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1920240"/>
            <a:ext cx="1280160" cy="365760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~$140K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55080" y="1920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run-rate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2560320"/>
            <a:ext cx="1280160" cy="365760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5508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Paying users (30d)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937760" y="3200400"/>
            <a:ext cx="1280160" cy="365760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3200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~$11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5508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purchase size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937760" y="3337560"/>
            <a:ext cx="3474720" cy="502920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3337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76% activation → purchase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29200" y="3611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Once users hit the paywall, they buy.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200" y="39776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 revenue ($)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029200" y="4463170"/>
            <a:ext cx="283464" cy="63110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44" name="Shape 42"/>
          <p:cNvSpPr/>
          <p:nvPr/>
        </p:nvSpPr>
        <p:spPr>
          <a:xfrm>
            <a:off x="5349240" y="4444236"/>
            <a:ext cx="283464" cy="82044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45" name="Shape 43"/>
          <p:cNvSpPr/>
          <p:nvPr/>
        </p:nvSpPr>
        <p:spPr>
          <a:xfrm>
            <a:off x="5669280" y="4421517"/>
            <a:ext cx="283464" cy="104763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46" name="Shape 44"/>
          <p:cNvSpPr/>
          <p:nvPr/>
        </p:nvSpPr>
        <p:spPr>
          <a:xfrm>
            <a:off x="5989320" y="4227137"/>
            <a:ext cx="283464" cy="299143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47" name="Shape 45"/>
          <p:cNvSpPr/>
          <p:nvPr/>
        </p:nvSpPr>
        <p:spPr>
          <a:xfrm>
            <a:off x="6309360" y="4319278"/>
            <a:ext cx="283464" cy="207002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48" name="Shape 46"/>
          <p:cNvSpPr/>
          <p:nvPr/>
        </p:nvSpPr>
        <p:spPr>
          <a:xfrm>
            <a:off x="6629400" y="4352095"/>
            <a:ext cx="283464" cy="174185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49" name="Shape 47"/>
          <p:cNvSpPr/>
          <p:nvPr/>
        </p:nvSpPr>
        <p:spPr>
          <a:xfrm>
            <a:off x="6949440" y="4338211"/>
            <a:ext cx="283464" cy="188069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50" name="Shape 48"/>
          <p:cNvSpPr/>
          <p:nvPr/>
        </p:nvSpPr>
        <p:spPr>
          <a:xfrm>
            <a:off x="7269480" y="4309180"/>
            <a:ext cx="283464" cy="217100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51" name="Shape 49"/>
          <p:cNvSpPr/>
          <p:nvPr/>
        </p:nvSpPr>
        <p:spPr>
          <a:xfrm>
            <a:off x="7589520" y="4114800"/>
            <a:ext cx="283464" cy="411480"/>
          </a:xfrm>
          <a:prstGeom prst="rect">
            <a:avLst/>
          </a:prstGeom>
          <a:solidFill>
            <a:srgbClr val="C4D050"/>
          </a:solidFill>
          <a:ln/>
        </p:spPr>
      </p:sp>
      <p:sp>
        <p:nvSpPr>
          <p:cNvPr id="52" name="Shape 50"/>
          <p:cNvSpPr/>
          <p:nvPr/>
        </p:nvSpPr>
        <p:spPr>
          <a:xfrm>
            <a:off x="7909560" y="4184221"/>
            <a:ext cx="283464" cy="342059"/>
          </a:xfrm>
          <a:prstGeom prst="rect">
            <a:avLst/>
          </a:prstGeom>
          <a:solidFill>
            <a:srgbClr val="C4D05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8595360" cy="3657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937760"/>
            <a:ext cx="8595360" cy="3657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82880"/>
            <a:ext cx="36576" cy="479145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5" name="Shape 3"/>
          <p:cNvSpPr/>
          <p:nvPr/>
        </p:nvSpPr>
        <p:spPr>
          <a:xfrm>
            <a:off x="8833104" y="182880"/>
            <a:ext cx="36576" cy="479145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" y="73152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7" name="Shape 5"/>
          <p:cNvSpPr/>
          <p:nvPr/>
        </p:nvSpPr>
        <p:spPr>
          <a:xfrm>
            <a:off x="8732520" y="73152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" y="4846320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9" name="Shape 7"/>
          <p:cNvSpPr/>
          <p:nvPr/>
        </p:nvSpPr>
        <p:spPr>
          <a:xfrm>
            <a:off x="8732520" y="4846320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Pollinations.AI — Seed Deck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💰 We take a cut of every transaction.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" y="1188720"/>
            <a:ext cx="2560320" cy="1371600"/>
          </a:xfrm>
          <a:prstGeom prst="rect">
            <a:avLst/>
          </a:prstGeom>
          <a:solidFill>
            <a:srgbClr val="D6EE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buys Pollen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~$11 avg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7724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purchase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1188720"/>
            <a:ext cx="2560320" cy="1371600"/>
          </a:xfrm>
          <a:prstGeom prst="rect">
            <a:avLst/>
          </a:prstGeom>
          <a:solidFill>
            <a:srgbClr val="FFE0E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1188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cost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1188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~75%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6118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priced at cost today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188720"/>
            <a:ext cx="2560320" cy="1371600"/>
          </a:xfrm>
          <a:prstGeom prst="rect">
            <a:avLst/>
          </a:prstGeom>
          <a:solidFill>
            <a:srgbClr val="ECF87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margin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~25%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465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expanding as costs fall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0807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31520" y="2788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Beta: priced at cost to build trust. Exiting beta now — adding margin + tightening free tier.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246120"/>
            <a:ext cx="7863840" cy="502920"/>
          </a:xfrm>
          <a:prstGeom prst="rect">
            <a:avLst/>
          </a:prstGeom>
          <a:solidFill>
            <a:srgbClr val="D6EEF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246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Everyone else charges the builder. We charge the audience.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3931920"/>
            <a:ext cx="7863840" cy="502920"/>
          </a:xfrm>
          <a:prstGeom prst="rect">
            <a:avLst/>
          </a:prstGeom>
          <a:solidFill>
            <a:srgbClr val="ECF87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96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🐝 One creator’s Roblox AI game: 51M visits. Creator earned $12K/mo from user spend. ❓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8595360" cy="3657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937760"/>
            <a:ext cx="8595360" cy="3657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82880"/>
            <a:ext cx="36576" cy="479145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5" name="Shape 3"/>
          <p:cNvSpPr/>
          <p:nvPr/>
        </p:nvSpPr>
        <p:spPr>
          <a:xfrm>
            <a:off x="8833104" y="182880"/>
            <a:ext cx="36576" cy="479145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" y="73152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7" name="Shape 5"/>
          <p:cNvSpPr/>
          <p:nvPr/>
        </p:nvSpPr>
        <p:spPr>
          <a:xfrm>
            <a:off x="8732520" y="73152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" y="4846320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9" name="Shape 7"/>
          <p:cNvSpPr/>
          <p:nvPr/>
        </p:nvSpPr>
        <p:spPr>
          <a:xfrm>
            <a:off x="8732520" y="4846320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Pollinations.AI — Seed Deck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👦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✨ Two founders. 1.1M daily requests. Zero marketing.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1188720"/>
            <a:ext cx="3657600" cy="2011680"/>
          </a:xfrm>
          <a:prstGeom prst="rect">
            <a:avLst/>
          </a:prstGeom>
          <a:solidFill>
            <a:srgbClr val="D4F5E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Thomas Haferlach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1691640"/>
            <a:ext cx="548640" cy="228600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6916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2057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CS (Edinburgh). Amazon engineer.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15+ years in AI and creative tech.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the platform from scratch.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188720"/>
            <a:ext cx="3657600" cy="2011680"/>
          </a:xfrm>
          <a:prstGeom prst="rect">
            <a:avLst/>
          </a:prstGeom>
          <a:solidFill>
            <a:srgbClr val="D6EE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Elliot Fouchy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1691640"/>
            <a:ext cx="548640" cy="228600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6916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2057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Ops, Finance, Cloud Partnerships.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ByteDance, Azure. Payment infra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across 195 countries.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429000"/>
            <a:ext cx="7863840" cy="502920"/>
          </a:xfrm>
          <a:prstGeom prst="rect">
            <a:avLst/>
          </a:prstGeom>
          <a:solidFill>
            <a:srgbClr val="E8DD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3429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🐝 17K Discord community. They ship integrations, onboard creators, handle support.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114800"/>
            <a:ext cx="7863840" cy="411480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next great app creator could be a 16-year-old in Brazil with no credit card. We’re their infrastructure.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8595360" cy="3657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937760"/>
            <a:ext cx="8595360" cy="3657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82880"/>
            <a:ext cx="36576" cy="479145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5" name="Shape 3"/>
          <p:cNvSpPr/>
          <p:nvPr/>
        </p:nvSpPr>
        <p:spPr>
          <a:xfrm>
            <a:off x="8833104" y="182880"/>
            <a:ext cx="36576" cy="4791456"/>
          </a:xfrm>
          <a:prstGeom prst="rect">
            <a:avLst/>
          </a:prstGeom>
          <a:solidFill>
            <a:srgbClr val="CCCCBB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" y="73152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7" name="Shape 5"/>
          <p:cNvSpPr/>
          <p:nvPr/>
        </p:nvSpPr>
        <p:spPr>
          <a:xfrm>
            <a:off x="8732520" y="73152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" y="4846320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9" name="Shape 7"/>
          <p:cNvSpPr/>
          <p:nvPr/>
        </p:nvSpPr>
        <p:spPr>
          <a:xfrm>
            <a:off x="8732520" y="4846320"/>
            <a:ext cx="164592" cy="164592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Pollinations.AI — Seed Deck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"/>
            <a:ext cx="3200400" cy="640080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1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€1.2M Seed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 creators get paid. Scale the economy.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1691640"/>
            <a:ext cx="777240" cy="365760"/>
          </a:xfrm>
          <a:prstGeom prst="rect">
            <a:avLst/>
          </a:prstGeom>
          <a:solidFill>
            <a:srgbClr val="D4F5E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6916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5448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38+ models, 14 providers, one API, 3M users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194560"/>
            <a:ext cx="777240" cy="365760"/>
          </a:xfrm>
          <a:prstGeom prst="rect">
            <a:avLst/>
          </a:prstGeom>
          <a:solidFill>
            <a:srgbClr val="ECF8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1945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5448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Monetization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beta, tighten free tier → $140K ARR and growing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2697480"/>
            <a:ext cx="777240" cy="365760"/>
          </a:xfrm>
          <a:prstGeom prst="rect">
            <a:avLst/>
          </a:prstGeom>
          <a:solidFill>
            <a:srgbClr val="D6EE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6974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 ’26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544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Economy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Creator rev-share, in-app Pollen payments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200400"/>
            <a:ext cx="777240" cy="365760"/>
          </a:xfrm>
          <a:prstGeom prst="rect">
            <a:avLst/>
          </a:prstGeom>
          <a:solidFill>
            <a:srgbClr val="E8DD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2004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’26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5448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7472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marketplace, curation, cross-app spend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3794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OF FUNDS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4069080"/>
            <a:ext cx="3931920" cy="320040"/>
          </a:xfrm>
          <a:prstGeom prst="rect">
            <a:avLst/>
          </a:prstGeom>
          <a:solidFill>
            <a:srgbClr val="D4F5E0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069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&amp; Infra 50%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4069080"/>
            <a:ext cx="2359152" cy="320040"/>
          </a:xfrm>
          <a:prstGeom prst="rect">
            <a:avLst/>
          </a:prstGeom>
          <a:solidFill>
            <a:srgbClr val="D6EEFF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406908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30%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31152" y="4069080"/>
            <a:ext cx="1572768" cy="320040"/>
          </a:xfrm>
          <a:prstGeom prst="rect">
            <a:avLst/>
          </a:prstGeom>
          <a:solidFill>
            <a:srgbClr val="E8DDFF"/>
          </a:solidFill>
          <a:ln/>
        </p:spPr>
      </p:sp>
      <p:sp>
        <p:nvSpPr>
          <p:cNvPr id="37" name="Text 35"/>
          <p:cNvSpPr/>
          <p:nvPr/>
        </p:nvSpPr>
        <p:spPr>
          <a:xfrm>
            <a:off x="7022592" y="40690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 20%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Pollinations.AI — Seed Deck</dc:title>
  <dc:subject>PptxGenJS Presentation</dc:subject>
  <dc:creator>Pollinations.AI</dc:creator>
  <cp:lastModifiedBy>Pollinations.AI</cp:lastModifiedBy>
  <cp:revision>1</cp:revision>
  <dcterms:created xsi:type="dcterms:W3CDTF">2026-02-22T21:38:26Z</dcterms:created>
  <dcterms:modified xsi:type="dcterms:W3CDTF">2026-02-22T21:38:26Z</dcterms:modified>
</cp:coreProperties>
</file>